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360" y="3721668"/>
            <a:ext cx="22391" cy="2239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676" y="4904223"/>
            <a:ext cx="21227" cy="2122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2603" y="3460178"/>
            <a:ext cx="19859" cy="1985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66975" y="1741591"/>
            <a:ext cx="33742" cy="3374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41212" y="4439489"/>
            <a:ext cx="42462" cy="424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2175" y="3724180"/>
            <a:ext cx="23015" cy="2301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985" y="558732"/>
            <a:ext cx="54404" cy="5440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0859" y="3366180"/>
            <a:ext cx="42975" cy="4297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186" y="3038285"/>
            <a:ext cx="18999" cy="1899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3124" y="1895861"/>
            <a:ext cx="25275" cy="2527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2929" y="2764077"/>
            <a:ext cx="42461" cy="4246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1892" y="2852"/>
            <a:ext cx="49781" cy="4978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2061" y="3379551"/>
            <a:ext cx="47914" cy="4791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8482" y="2709753"/>
            <a:ext cx="27953" cy="2795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24240" y="1201611"/>
            <a:ext cx="53221" cy="5322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8770" y="4683775"/>
            <a:ext cx="45566" cy="4556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783" y="508737"/>
            <a:ext cx="34860" cy="348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9025" y="359055"/>
            <a:ext cx="49139" cy="4913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251" y="3737773"/>
            <a:ext cx="31775" cy="3177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5448" y="961418"/>
            <a:ext cx="37203" cy="372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48987" y="2750374"/>
            <a:ext cx="49335" cy="4933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308" y="883373"/>
            <a:ext cx="45829" cy="458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93441" y="1486750"/>
            <a:ext cx="41190" cy="4119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5105" y="2230613"/>
            <a:ext cx="42528" cy="425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106" y="3417254"/>
            <a:ext cx="36100" cy="36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32235" y="3672631"/>
            <a:ext cx="31419" cy="3141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7736" y="1046158"/>
            <a:ext cx="53957" cy="5395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62388" y="2759774"/>
            <a:ext cx="23318" cy="2331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9946" y="2658779"/>
            <a:ext cx="21290" cy="2129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58137" y="3944015"/>
            <a:ext cx="52577" cy="5257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9601" y="296907"/>
            <a:ext cx="37777" cy="3777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2441" y="4979846"/>
            <a:ext cx="47498" cy="474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2624" y="2028347"/>
            <a:ext cx="32903" cy="3290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11717" y="1181792"/>
            <a:ext cx="23209" cy="2320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9938" y="4114004"/>
            <a:ext cx="41661" cy="4166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49557" y="4409300"/>
            <a:ext cx="41002" cy="4100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5572" y="1784935"/>
            <a:ext cx="50861" cy="5086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1530" y="3085976"/>
            <a:ext cx="23037" cy="2303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6438" y="2650737"/>
            <a:ext cx="26774" cy="2677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580" y="324447"/>
            <a:ext cx="30401" cy="3040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2334" y="896383"/>
            <a:ext cx="43537" cy="4353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599" y="6635"/>
            <a:ext cx="41400" cy="414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0936" y="2608926"/>
            <a:ext cx="39243" cy="3924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319" y="780284"/>
            <a:ext cx="32256" cy="322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25391" y="36815"/>
            <a:ext cx="52296" cy="5229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46113" y="2955044"/>
            <a:ext cx="38145" cy="3814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71296" y="4088720"/>
            <a:ext cx="45906" cy="459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1183" y="3204542"/>
            <a:ext cx="54839" cy="5483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58951" y="1991206"/>
            <a:ext cx="40010" cy="4001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29996" y="12794"/>
            <a:ext cx="24051" cy="2405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14792" y="2840351"/>
            <a:ext cx="18829" cy="1882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2975" y="4582841"/>
            <a:ext cx="40774" cy="407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73407" y="3389608"/>
            <a:ext cx="25982" cy="2598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4874" y="4529971"/>
            <a:ext cx="39330" cy="3933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5001" y="3986786"/>
            <a:ext cx="50111" cy="5011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8165" y="1584504"/>
            <a:ext cx="38465" cy="3846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94154" y="4602561"/>
            <a:ext cx="37923" cy="3792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653" y="1699286"/>
            <a:ext cx="51092" cy="510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82337" y="2697419"/>
            <a:ext cx="26269" cy="2626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62160" y="2401102"/>
            <a:ext cx="53444" cy="534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74401" y="2775927"/>
            <a:ext cx="37534" cy="3753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6265" y="1445069"/>
            <a:ext cx="22624" cy="2262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051" y="3154552"/>
            <a:ext cx="53208" cy="532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19093" y="2001557"/>
            <a:ext cx="30552" cy="3055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19459" y="694587"/>
            <a:ext cx="28388" cy="2838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66044" y="3269033"/>
            <a:ext cx="18828" cy="1882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1399" y="3306244"/>
            <a:ext cx="25318" cy="2531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0500" y="3139940"/>
            <a:ext cx="48656" cy="486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56159" y="1991239"/>
            <a:ext cx="37018" cy="3701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6872" y="1667347"/>
            <a:ext cx="35979" cy="359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37219" y="238443"/>
            <a:ext cx="31923" cy="3192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47956" y="859604"/>
            <a:ext cx="44626" cy="4462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3666" y="3344096"/>
            <a:ext cx="25618" cy="2561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0558" y="1011980"/>
            <a:ext cx="49154" cy="4915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08386" y="3766056"/>
            <a:ext cx="39819" cy="3981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88874" y="4268512"/>
            <a:ext cx="51425" cy="5142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09448" y="5019257"/>
            <a:ext cx="35320" cy="353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9781" y="4772688"/>
            <a:ext cx="44076" cy="4407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12433" y="948929"/>
            <a:ext cx="33037" cy="3303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95120" y="3771063"/>
            <a:ext cx="25206" cy="2520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28800" y="365760"/>
            <a:ext cx="5486400" cy="438912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COSMIC</a:t>
            </a:r>
            <a:endParaRPr lang="en-US" sz="7200" dirty="0"/>
          </a:p>
        </p:txBody>
      </p:sp>
      <p:sp>
        <p:nvSpPr>
          <p:cNvPr id="84" name="Text 8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GAME</a:t>
            </a:r>
            <a:endParaRPr lang="en-US" sz="7200" dirty="0"/>
          </a:p>
        </p:txBody>
      </p:sp>
      <p:sp>
        <p:nvSpPr>
          <p:cNvPr id="85" name="Text 83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проект по программированию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9И класса  ·  Матвиец Егор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7418" y="4001420"/>
            <a:ext cx="39576" cy="3957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2071" y="3603048"/>
            <a:ext cx="20924" cy="2092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33207" y="1388851"/>
            <a:ext cx="42751" cy="4275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5280" y="3989914"/>
            <a:ext cx="37581" cy="3758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3885" y="448815"/>
            <a:ext cx="49769" cy="4976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4402" y="3487929"/>
            <a:ext cx="18845" cy="1884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4820" y="4167374"/>
            <a:ext cx="37314" cy="3731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9490" y="1642625"/>
            <a:ext cx="38098" cy="3809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935" y="4444502"/>
            <a:ext cx="19044" cy="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3574" y="1536711"/>
            <a:ext cx="44786" cy="4478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1829" y="2060330"/>
            <a:ext cx="36101" cy="3610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3970" y="2228112"/>
            <a:ext cx="47555" cy="4755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8845" y="1817585"/>
            <a:ext cx="49864" cy="4986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8489" y="425350"/>
            <a:ext cx="41771" cy="4177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2256" y="3731932"/>
            <a:ext cx="32717" cy="3271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16" y="4159655"/>
            <a:ext cx="53990" cy="539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00175" y="4514498"/>
            <a:ext cx="41435" cy="4143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241" y="346749"/>
            <a:ext cx="46758" cy="4675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8755" y="464911"/>
            <a:ext cx="34448" cy="3444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3472" y="1700717"/>
            <a:ext cx="46275" cy="462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85834" y="2852140"/>
            <a:ext cx="46403" cy="4640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1718" y="1191520"/>
            <a:ext cx="30178" cy="3017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013" y="3781767"/>
            <a:ext cx="46309" cy="4630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1469" y="3743025"/>
            <a:ext cx="24732" cy="2473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20190" y="4852298"/>
            <a:ext cx="24633" cy="2463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50396" y="4837788"/>
            <a:ext cx="29384" cy="2938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1081" y="2009821"/>
            <a:ext cx="44393" cy="4439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0372" y="3982751"/>
            <a:ext cx="35714" cy="3571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4713" y="1663674"/>
            <a:ext cx="50803" cy="5080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4996" y="3430759"/>
            <a:ext cx="27569" cy="2756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4259" y="3135900"/>
            <a:ext cx="45479" cy="454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55" y="2649156"/>
            <a:ext cx="50517" cy="505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7914" y="3058441"/>
            <a:ext cx="37059" cy="3705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34514" y="3422801"/>
            <a:ext cx="30308" cy="303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9060" y="4281439"/>
            <a:ext cx="42098" cy="420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3766" y="4303400"/>
            <a:ext cx="53216" cy="532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5384" y="1158823"/>
            <a:ext cx="19107" cy="191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3439" y="1175066"/>
            <a:ext cx="54162" cy="54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21250" y="4783230"/>
            <a:ext cx="20464" cy="2046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6916" y="362016"/>
            <a:ext cx="33350" cy="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90306" y="4574019"/>
            <a:ext cx="28553" cy="2855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65065" y="4972690"/>
            <a:ext cx="48252" cy="4825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04609" y="3454491"/>
            <a:ext cx="30119" cy="301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15010" y="1507855"/>
            <a:ext cx="31550" cy="3155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4343" y="1449208"/>
            <a:ext cx="35779" cy="3577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22299" y="86238"/>
            <a:ext cx="46137" cy="4613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74485" y="1890481"/>
            <a:ext cx="53100" cy="531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1219" y="2712295"/>
            <a:ext cx="31799" cy="3179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50467" y="1567298"/>
            <a:ext cx="29410" cy="2941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53377" y="4149328"/>
            <a:ext cx="36555" cy="3655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 ПРОЕКТЕ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3800" dirty="0"/>
          </a:p>
        </p:txBody>
      </p:sp>
      <p:sp>
        <p:nvSpPr>
          <p:cNvPr id="55" name="Shape 53"/>
          <p:cNvSpPr/>
          <p:nvPr/>
        </p:nvSpPr>
        <p:spPr>
          <a:xfrm>
            <a:off x="320040" y="1508760"/>
            <a:ext cx="2468880" cy="2926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3200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20040" y="2743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2D-шутер (космический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 shooter)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154680" y="1508760"/>
            <a:ext cx="2468880" cy="2926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31546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154680" y="2743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Turtle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989320" y="1508760"/>
            <a:ext cx="2468880" cy="2926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932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🏫</a:t>
            </a:r>
            <a:endParaRPr lang="en-US" sz="3200" dirty="0"/>
          </a:p>
        </p:txBody>
      </p:sp>
      <p:sp>
        <p:nvSpPr>
          <p:cNvPr id="65" name="Text 63"/>
          <p:cNvSpPr/>
          <p:nvPr/>
        </p:nvSpPr>
        <p:spPr>
          <a:xfrm>
            <a:off x="59893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989320" y="2743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проект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информатике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создать полноценную аркадную игру с уровнями, боссами и рекордами.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8123" y="145865"/>
            <a:ext cx="45501" cy="4550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25397" y="654134"/>
            <a:ext cx="49204" cy="492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04024" y="3880629"/>
            <a:ext cx="38273" cy="3827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2109" y="2252759"/>
            <a:ext cx="50049" cy="5004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5562" y="1356359"/>
            <a:ext cx="31225" cy="312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81655" y="2144954"/>
            <a:ext cx="41302" cy="4130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0809" y="1286738"/>
            <a:ext cx="25421" cy="254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99808" y="273187"/>
            <a:ext cx="19476" cy="1947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99368" y="1252399"/>
            <a:ext cx="23712" cy="237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410" y="320477"/>
            <a:ext cx="43500" cy="435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88964" y="2410934"/>
            <a:ext cx="49102" cy="4910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4298" y="3236894"/>
            <a:ext cx="29447" cy="2944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6173" y="4242812"/>
            <a:ext cx="47790" cy="477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3296" y="2458481"/>
            <a:ext cx="31612" cy="3161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3592" y="962960"/>
            <a:ext cx="24021" cy="2402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9489" y="2103790"/>
            <a:ext cx="47818" cy="4781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1142" y="2383081"/>
            <a:ext cx="38977" cy="389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1292" y="2882197"/>
            <a:ext cx="24197" cy="241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6175" y="3614604"/>
            <a:ext cx="24035" cy="2403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7649" y="3292703"/>
            <a:ext cx="45531" cy="4553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206" y="3860953"/>
            <a:ext cx="53829" cy="5382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13134" y="1429230"/>
            <a:ext cx="51569" cy="5156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9121" y="4435993"/>
            <a:ext cx="19090" cy="190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0624" y="2659778"/>
            <a:ext cx="43983" cy="43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089" y="3097898"/>
            <a:ext cx="54842" cy="548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5036" y="3929803"/>
            <a:ext cx="22188" cy="2218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3301" y="4146115"/>
            <a:ext cx="45267" cy="4526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561" y="323781"/>
            <a:ext cx="53494" cy="53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88536" y="3228584"/>
            <a:ext cx="52608" cy="5260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446" y="531939"/>
            <a:ext cx="27192" cy="271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3195" y="4949215"/>
            <a:ext cx="34334" cy="3433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331" y="2590247"/>
            <a:ext cx="48481" cy="4848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3295" y="1667791"/>
            <a:ext cx="25205" cy="252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1771" y="951213"/>
            <a:ext cx="36723" cy="3672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7012" y="2603948"/>
            <a:ext cx="36779" cy="367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3240" y="3962114"/>
            <a:ext cx="21641" cy="216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6561" y="4095091"/>
            <a:ext cx="36563" cy="3656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7077" y="4078287"/>
            <a:ext cx="23543" cy="2354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99750" y="1434624"/>
            <a:ext cx="54606" cy="5460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70038" y="2348929"/>
            <a:ext cx="53221" cy="532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1902" y="4568794"/>
            <a:ext cx="46056" cy="4605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35473" y="2204562"/>
            <a:ext cx="23602" cy="236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37349" y="2547436"/>
            <a:ext cx="45518" cy="45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9369" y="2041277"/>
            <a:ext cx="43169" cy="4316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7296" y="4093751"/>
            <a:ext cx="30349" cy="3034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14018" y="3598153"/>
            <a:ext cx="27987" cy="2798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18328" y="1119780"/>
            <a:ext cx="18619" cy="186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38189" y="3033843"/>
            <a:ext cx="39898" cy="3989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7183" y="3976768"/>
            <a:ext cx="30082" cy="3008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86416" y="3904509"/>
            <a:ext cx="36305" cy="3630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ГЕЙМПЛЕЙ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играть?</a:t>
            </a:r>
            <a:endParaRPr lang="en-US" sz="3800" dirty="0"/>
          </a:p>
        </p:txBody>
      </p:sp>
      <p:sp>
        <p:nvSpPr>
          <p:cNvPr id="55" name="Shape 53"/>
          <p:cNvSpPr/>
          <p:nvPr/>
        </p:nvSpPr>
        <p:spPr>
          <a:xfrm>
            <a:off x="365760" y="1463040"/>
            <a:ext cx="3840480" cy="3383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548640" y="20116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/ A  —  движение влево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 D  —  движение вправо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ПРОБЕЛ  —  выстрел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—  рестарт после гибели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—  выход из игры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0" y="1463040"/>
            <a:ext cx="4206240" cy="33832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47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игрока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4754880" y="20116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Уничтожать врагов, летящих сверху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допустить их касания корабля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пропустить врагов за нижний край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Уничтожить босса на уровнях ×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Набрать максимальный счёт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2258" y="1812767"/>
            <a:ext cx="26083" cy="2608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48594" y="2930596"/>
            <a:ext cx="33437" cy="3343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1596" y="2565685"/>
            <a:ext cx="18715" cy="1871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28834" y="4768596"/>
            <a:ext cx="35467" cy="3546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23983" y="627573"/>
            <a:ext cx="31848" cy="318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31267" y="580899"/>
            <a:ext cx="28776" cy="2877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4897" y="1653062"/>
            <a:ext cx="23844" cy="2384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0684" y="3132291"/>
            <a:ext cx="32392" cy="323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10148" y="3370444"/>
            <a:ext cx="53062" cy="5306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9532" y="2163510"/>
            <a:ext cx="46043" cy="4604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63194" y="1363250"/>
            <a:ext cx="22037" cy="2203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8895" y="1066652"/>
            <a:ext cx="36498" cy="3649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5973" y="1557249"/>
            <a:ext cx="20290" cy="202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4976" y="271526"/>
            <a:ext cx="33448" cy="3344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1073" y="4531429"/>
            <a:ext cx="35696" cy="356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3803" y="3968678"/>
            <a:ext cx="21500" cy="2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4439" y="672796"/>
            <a:ext cx="48966" cy="4896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7018" y="3551596"/>
            <a:ext cx="20100" cy="201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60585" y="704372"/>
            <a:ext cx="52133" cy="5213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3331" y="4806504"/>
            <a:ext cx="35598" cy="3559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2257" y="2408691"/>
            <a:ext cx="49269" cy="4926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7151" y="3298021"/>
            <a:ext cx="25534" cy="25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863" y="1608145"/>
            <a:ext cx="52650" cy="52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623" y="4694505"/>
            <a:ext cx="43632" cy="436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9439" y="4707201"/>
            <a:ext cx="42516" cy="4251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5966" y="2518823"/>
            <a:ext cx="29291" cy="2929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4206" y="4960119"/>
            <a:ext cx="19082" cy="19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0506" y="2409766"/>
            <a:ext cx="25723" cy="2572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17618" y="4637241"/>
            <a:ext cx="31902" cy="3190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5129" y="4840452"/>
            <a:ext cx="25848" cy="2584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4864" y="748128"/>
            <a:ext cx="33179" cy="33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11542" y="3112511"/>
            <a:ext cx="20471" cy="2047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5401" y="914629"/>
            <a:ext cx="51920" cy="5192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4462" y="1947971"/>
            <a:ext cx="48818" cy="488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08570" y="3413161"/>
            <a:ext cx="28459" cy="2845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93166" y="4399763"/>
            <a:ext cx="34660" cy="346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06799" y="3737058"/>
            <a:ext cx="29045" cy="290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84782" y="1451531"/>
            <a:ext cx="20942" cy="2094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16375" y="1611544"/>
            <a:ext cx="21295" cy="212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99468" y="2707714"/>
            <a:ext cx="38621" cy="3862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АРХИТЕКТУРА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кода</a:t>
            </a:r>
            <a:endParaRPr lang="en-US" sz="3800" dirty="0"/>
          </a:p>
        </p:txBody>
      </p:sp>
      <p:sp>
        <p:nvSpPr>
          <p:cNvPr id="45" name="Shape 43"/>
          <p:cNvSpPr/>
          <p:nvPr/>
        </p:nvSpPr>
        <p:spPr>
          <a:xfrm>
            <a:off x="320040" y="1508760"/>
            <a:ext cx="1920240" cy="30175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32004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0040" y="26974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кораблём,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плавное движение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68880" y="1508760"/>
            <a:ext cx="1920240" cy="30175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246888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68880" y="26974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снарядов,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ready/fire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17720" y="1508760"/>
            <a:ext cx="1920240" cy="30175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47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👾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461772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617720" y="26974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вниз,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цветовые типы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66560" y="1508760"/>
            <a:ext cx="1920240" cy="301752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💜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676656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66560" y="26974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Боковое движение,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полоска здоровья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классы наследуются от turtle.Turtle  →  единый интерфейс отрисовки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5147" y="1664064"/>
            <a:ext cx="33939" cy="339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665" y="604326"/>
            <a:ext cx="45872" cy="45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579" y="4839580"/>
            <a:ext cx="21485" cy="214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47628" y="4941899"/>
            <a:ext cx="48931" cy="489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9577" y="3549759"/>
            <a:ext cx="45903" cy="459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7391" y="784448"/>
            <a:ext cx="43861" cy="4386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7807" y="324898"/>
            <a:ext cx="19422" cy="1942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89435" y="536150"/>
            <a:ext cx="21182" cy="211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04164" y="2043985"/>
            <a:ext cx="45275" cy="4527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5921" y="1201063"/>
            <a:ext cx="52775" cy="5277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664" y="338760"/>
            <a:ext cx="50323" cy="5032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8956" y="1840131"/>
            <a:ext cx="40537" cy="4053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8518" y="2658800"/>
            <a:ext cx="30277" cy="3027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6211" y="3635314"/>
            <a:ext cx="54089" cy="54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30873" y="2250939"/>
            <a:ext cx="35856" cy="358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2454" y="2192845"/>
            <a:ext cx="41705" cy="4170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57968" y="781131"/>
            <a:ext cx="30626" cy="3062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9335" y="4314268"/>
            <a:ext cx="37246" cy="3724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7830" y="4205522"/>
            <a:ext cx="21071" cy="2107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00203" y="1908900"/>
            <a:ext cx="22943" cy="2294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00896" y="4837110"/>
            <a:ext cx="29769" cy="297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94059" y="1685866"/>
            <a:ext cx="54565" cy="545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11883" y="3509002"/>
            <a:ext cx="39496" cy="394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2365" y="599891"/>
            <a:ext cx="36392" cy="363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8374" y="2335425"/>
            <a:ext cx="26473" cy="2647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6311" y="266340"/>
            <a:ext cx="43541" cy="4354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032" y="3148139"/>
            <a:ext cx="37700" cy="377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8770" y="1727192"/>
            <a:ext cx="24555" cy="2455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0263" y="388268"/>
            <a:ext cx="26542" cy="2654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70816" y="545417"/>
            <a:ext cx="34175" cy="3417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1117" y="492966"/>
            <a:ext cx="46628" cy="46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43004" y="3315838"/>
            <a:ext cx="45928" cy="4592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9480" y="3696840"/>
            <a:ext cx="35792" cy="357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81266" y="3687501"/>
            <a:ext cx="20381" cy="2038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2338" y="3878357"/>
            <a:ext cx="22106" cy="2210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82292" y="3451233"/>
            <a:ext cx="49446" cy="4944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2650" y="315676"/>
            <a:ext cx="28806" cy="2880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79245" y="829296"/>
            <a:ext cx="50406" cy="5040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98941" y="1071860"/>
            <a:ext cx="50109" cy="5010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072" y="3333153"/>
            <a:ext cx="52067" cy="5206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46908" y="3341654"/>
            <a:ext cx="46692" cy="466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2087" y="940288"/>
            <a:ext cx="37102" cy="371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63114" y="3675266"/>
            <a:ext cx="28965" cy="2896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66269" y="4992240"/>
            <a:ext cx="48418" cy="4841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31442" y="3550474"/>
            <a:ext cx="50734" cy="507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УРОВНИ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уровней</a:t>
            </a:r>
            <a:endParaRPr lang="en-US" sz="3800" dirty="0"/>
          </a:p>
        </p:txBody>
      </p:sp>
      <p:sp>
        <p:nvSpPr>
          <p:cNvPr id="50" name="Shape 48"/>
          <p:cNvSpPr/>
          <p:nvPr/>
        </p:nvSpPr>
        <p:spPr>
          <a:xfrm>
            <a:off x="1737360" y="2377440"/>
            <a:ext cx="3657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822960" y="15544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врагов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 бонусных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56432" y="2377440"/>
            <a:ext cx="3657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2542032" y="1554480"/>
            <a:ext cx="914400" cy="91440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2176272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176272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врагов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×1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175504" y="2377440"/>
            <a:ext cx="3657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4261104" y="1554480"/>
            <a:ext cx="914400" cy="91440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61104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3895344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3–4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895344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врагов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рандомный цвет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894576" y="2377440"/>
            <a:ext cx="3657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980176" y="155448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80176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5614416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5 ★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614416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попадания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99248" y="1554480"/>
            <a:ext cx="914400" cy="91440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99248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7333488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10 ★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33488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попаданий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5-й уровень — бой с боссом. С каждым новым боссом нужно больше попаданий.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врагов = 5 + (уровень − 1) × 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0885" y="976968"/>
            <a:ext cx="19180" cy="19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99130" y="4532587"/>
            <a:ext cx="23603" cy="2360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43265" y="709138"/>
            <a:ext cx="32932" cy="329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76952" y="2285683"/>
            <a:ext cx="26500" cy="265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16913" y="3067554"/>
            <a:ext cx="50419" cy="5041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8197" y="3282894"/>
            <a:ext cx="25062" cy="2506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986" y="128478"/>
            <a:ext cx="45227" cy="4522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8593" y="620229"/>
            <a:ext cx="34672" cy="346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4814" y="1401119"/>
            <a:ext cx="34371" cy="3437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57728" y="1927391"/>
            <a:ext cx="26396" cy="263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1367" y="734761"/>
            <a:ext cx="46377" cy="4637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94377" y="2006329"/>
            <a:ext cx="54012" cy="540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901" y="350571"/>
            <a:ext cx="20052" cy="2005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3105" y="1666269"/>
            <a:ext cx="35401" cy="3540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466" y="4032013"/>
            <a:ext cx="45630" cy="4563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2331" y="343036"/>
            <a:ext cx="37815" cy="3781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391" y="3468579"/>
            <a:ext cx="53271" cy="5327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6471" y="1859959"/>
            <a:ext cx="41218" cy="4121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6281" y="2574208"/>
            <a:ext cx="35709" cy="3570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5418" y="3387467"/>
            <a:ext cx="39503" cy="3950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5147" y="1554067"/>
            <a:ext cx="49833" cy="4983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7564" y="3107422"/>
            <a:ext cx="32970" cy="3297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24520" y="1605383"/>
            <a:ext cx="42830" cy="4283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84646" y="1541854"/>
            <a:ext cx="32263" cy="3226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89211" y="174562"/>
            <a:ext cx="28101" cy="281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421" y="1728725"/>
            <a:ext cx="48689" cy="4868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983" y="1989144"/>
            <a:ext cx="29419" cy="294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1565" y="3847207"/>
            <a:ext cx="50145" cy="501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1794" y="3389662"/>
            <a:ext cx="25547" cy="2554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1634" y="3756536"/>
            <a:ext cx="20420" cy="204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46271" y="1048056"/>
            <a:ext cx="50310" cy="5031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1882" y="238128"/>
            <a:ext cx="52540" cy="525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6642" y="3250513"/>
            <a:ext cx="41524" cy="415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81671" y="714628"/>
            <a:ext cx="54241" cy="5424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1013" y="4349990"/>
            <a:ext cx="54497" cy="5449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63593" y="428668"/>
            <a:ext cx="32597" cy="3259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11319" y="2780259"/>
            <a:ext cx="51701" cy="517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355" y="4566230"/>
            <a:ext cx="48866" cy="4886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6377" y="782520"/>
            <a:ext cx="38225" cy="3822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87536" y="4011631"/>
            <a:ext cx="31423" cy="3142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БОССЫ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боссов</a:t>
            </a:r>
            <a:endParaRPr lang="en-US" sz="3800" dirty="0"/>
          </a:p>
        </p:txBody>
      </p:sp>
      <p:sp>
        <p:nvSpPr>
          <p:cNvPr id="45" name="Shape 43"/>
          <p:cNvSpPr/>
          <p:nvPr/>
        </p:nvSpPr>
        <p:spPr>
          <a:xfrm>
            <a:off x="1143000" y="2103120"/>
            <a:ext cx="1828800" cy="1828800"/>
          </a:xfrm>
          <a:prstGeom prst="rect">
            <a:avLst/>
          </a:prstGeom>
          <a:solidFill>
            <a:srgbClr val="7B2FBE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21031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BOSS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3931920" y="1417320"/>
            <a:ext cx="4846320" cy="704088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9080" y="1463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Движение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69280" y="1463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Движется влево‑вправо со скоростью 2px/кадр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31920" y="2240280"/>
            <a:ext cx="4846320" cy="704088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69080" y="22860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Здоровье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69280" y="2286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(уровень ÷ 5) попаданий до уничтожения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931920" y="3063240"/>
            <a:ext cx="4846320" cy="704088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69080" y="3108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Попадание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66928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Мигает красным, счёт +5 за каждое попадание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931920" y="3886200"/>
            <a:ext cx="4846320" cy="704088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3931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Награда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669280" y="3931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 50 × (уровень ÷ 5) очков за победу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5214" y="3145812"/>
            <a:ext cx="35067" cy="3506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11214" y="1652526"/>
            <a:ext cx="33395" cy="3339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8876" y="2496765"/>
            <a:ext cx="41844" cy="4184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8524" y="2418027"/>
            <a:ext cx="34283" cy="342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767" y="2738844"/>
            <a:ext cx="38977" cy="3897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11583" y="213128"/>
            <a:ext cx="22167" cy="2216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938" y="2843871"/>
            <a:ext cx="22910" cy="2291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7573" y="4393273"/>
            <a:ext cx="33055" cy="3305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24846" y="3152551"/>
            <a:ext cx="28014" cy="2801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5616" y="1564876"/>
            <a:ext cx="34497" cy="3449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7067" y="3902816"/>
            <a:ext cx="24467" cy="2446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482" y="910697"/>
            <a:ext cx="21216" cy="2121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16" y="3745937"/>
            <a:ext cx="41341" cy="4134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84908" y="3126464"/>
            <a:ext cx="36182" cy="361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1092" y="423573"/>
            <a:ext cx="36282" cy="362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8877" y="3433153"/>
            <a:ext cx="29922" cy="2992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4882" y="4618648"/>
            <a:ext cx="22340" cy="223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8762" y="2380830"/>
            <a:ext cx="34571" cy="3457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714" y="2466090"/>
            <a:ext cx="43378" cy="4337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5727" y="2999379"/>
            <a:ext cx="27711" cy="2771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0297" y="3569831"/>
            <a:ext cx="50416" cy="5041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010" y="4860352"/>
            <a:ext cx="31765" cy="3176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227" y="563203"/>
            <a:ext cx="35405" cy="3540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4367" y="523002"/>
            <a:ext cx="43259" cy="4325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7751" y="2908293"/>
            <a:ext cx="38593" cy="3859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17998" y="4579022"/>
            <a:ext cx="48374" cy="483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81214" y="2586081"/>
            <a:ext cx="40572" cy="405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48166" y="2046481"/>
            <a:ext cx="42576" cy="4257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2216" y="3170362"/>
            <a:ext cx="20104" cy="201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6379" y="294807"/>
            <a:ext cx="44941" cy="449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6047" y="449373"/>
            <a:ext cx="28047" cy="2804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787" y="1736336"/>
            <a:ext cx="31053" cy="3105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93683" y="4016852"/>
            <a:ext cx="41869" cy="4186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17794" y="4874953"/>
            <a:ext cx="46020" cy="460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7647" y="2732196"/>
            <a:ext cx="21590" cy="2159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93942" y="1846350"/>
            <a:ext cx="36293" cy="3629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30990" y="3606407"/>
            <a:ext cx="46625" cy="466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07722" y="3574652"/>
            <a:ext cx="43769" cy="4376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5331" y="4240002"/>
            <a:ext cx="20986" cy="2098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9144" y="4742266"/>
            <a:ext cx="48212" cy="4821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38295" y="2764387"/>
            <a:ext cx="46361" cy="4636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63778" y="4397053"/>
            <a:ext cx="36049" cy="3604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866" y="4663140"/>
            <a:ext cx="52309" cy="523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0798" y="4077597"/>
            <a:ext cx="30826" cy="3082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273" y="1009533"/>
            <a:ext cx="37020" cy="370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ОЧКИ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очков и рекордов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5029200" cy="292608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Уничтожить обычного врага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Попасть в босса (без победы)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Победить босса (ур.5)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Победить босса (ур.10)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Победить босса (ур.N)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 × (N÷5)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5760720" y="1508760"/>
            <a:ext cx="3017520" cy="29260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76072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53" name="Text 50"/>
          <p:cNvSpPr/>
          <p:nvPr/>
        </p:nvSpPr>
        <p:spPr>
          <a:xfrm>
            <a:off x="576072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576072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 в файл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space_shooter_record.pkl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при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 новом рекорде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 сохраняется между сессиями с помощью модуля pickle.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81277" y="1512228"/>
            <a:ext cx="20128" cy="201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0733" y="3107950"/>
            <a:ext cx="47811" cy="4781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0864" y="3973956"/>
            <a:ext cx="21318" cy="2131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0263" y="2161548"/>
            <a:ext cx="21817" cy="218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4353" y="789059"/>
            <a:ext cx="44555" cy="4455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64050" y="2996360"/>
            <a:ext cx="52497" cy="524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8294" y="4746293"/>
            <a:ext cx="30048" cy="30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95" y="3556827"/>
            <a:ext cx="37444" cy="3744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8327" y="2283182"/>
            <a:ext cx="49977" cy="499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6599" y="4040730"/>
            <a:ext cx="50944" cy="5094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875" y="793748"/>
            <a:ext cx="36850" cy="36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4679" y="2049235"/>
            <a:ext cx="30507" cy="3050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69657" y="3411448"/>
            <a:ext cx="52867" cy="5286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455" y="1366309"/>
            <a:ext cx="41458" cy="414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81" y="4223909"/>
            <a:ext cx="42164" cy="4216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9066" y="3148922"/>
            <a:ext cx="46745" cy="4674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3043" y="659300"/>
            <a:ext cx="24812" cy="2481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1005" y="1031740"/>
            <a:ext cx="21887" cy="2188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4514" y="724705"/>
            <a:ext cx="23782" cy="2378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9040" y="1218340"/>
            <a:ext cx="22637" cy="2263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42139" y="665438"/>
            <a:ext cx="51216" cy="5121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1754" y="319949"/>
            <a:ext cx="39299" cy="3929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9569" y="157883"/>
            <a:ext cx="27173" cy="2717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4575" y="4401225"/>
            <a:ext cx="51827" cy="5182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1843" y="3962017"/>
            <a:ext cx="22182" cy="2218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72" y="663594"/>
            <a:ext cx="39451" cy="3945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94651" y="2929214"/>
            <a:ext cx="46678" cy="466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02759" y="311354"/>
            <a:ext cx="44800" cy="448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5298" y="4761777"/>
            <a:ext cx="21363" cy="2136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00025" y="4117685"/>
            <a:ext cx="32614" cy="3261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6979" y="3648573"/>
            <a:ext cx="52777" cy="5277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4210" y="921445"/>
            <a:ext cx="39001" cy="390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2444" y="1207583"/>
            <a:ext cx="46789" cy="467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0199" y="4240772"/>
            <a:ext cx="24214" cy="2421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8947" y="2404663"/>
            <a:ext cx="26585" cy="2658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02989" y="3684381"/>
            <a:ext cx="30318" cy="303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075" y="80965"/>
            <a:ext cx="31159" cy="3115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47176" y="2927483"/>
            <a:ext cx="24594" cy="2459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74094" y="4134217"/>
            <a:ext cx="53332" cy="533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7041" y="2114978"/>
            <a:ext cx="37547" cy="3754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99218" y="994808"/>
            <a:ext cx="28234" cy="2823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39946" y="1014243"/>
            <a:ext cx="48392" cy="483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03742" y="3031548"/>
            <a:ext cx="18963" cy="1896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33834" y="775187"/>
            <a:ext cx="46534" cy="4653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104" y="45081"/>
            <a:ext cx="19122" cy="1912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8562" y="1895090"/>
            <a:ext cx="30396" cy="3039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90302" y="2451879"/>
            <a:ext cx="54053" cy="5405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85676" y="541513"/>
            <a:ext cx="32543" cy="3254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08930" y="3172299"/>
            <a:ext cx="21344" cy="213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26183" y="3894942"/>
            <a:ext cx="29215" cy="292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ТЕХНОЛОГИИ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Использованные технологии</a:t>
            </a:r>
            <a:endParaRPr lang="en-US" sz="3600" dirty="0"/>
          </a:p>
        </p:txBody>
      </p:sp>
      <p:sp>
        <p:nvSpPr>
          <p:cNvPr id="55" name="Shape 53"/>
          <p:cNvSpPr/>
          <p:nvPr/>
        </p:nvSpPr>
        <p:spPr>
          <a:xfrm>
            <a:off x="365760" y="1508760"/>
            <a:ext cx="256032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457200" y="21671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язык программирования проекта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0" y="1508760"/>
            <a:ext cx="256032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Turtle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3291840" y="21671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библиотека для 2D-графики и анимации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035040" y="1508760"/>
            <a:ext cx="256032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Random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6126480" y="21671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позиции врагов и цвета звёзд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65760" y="3246120"/>
            <a:ext cx="256032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Pickle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457200" y="39044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и загрузка рекорда между сессиями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200400" y="3246120"/>
            <a:ext cx="256032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OS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3291840" y="39044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файла рекордов на диске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8571" y="278584"/>
            <a:ext cx="21845" cy="2184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80776" y="3536910"/>
            <a:ext cx="44568" cy="44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0566" y="126301"/>
            <a:ext cx="25655" cy="256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4878" y="1759517"/>
            <a:ext cx="28695" cy="2869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6283" y="685677"/>
            <a:ext cx="41194" cy="411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59891" y="1609624"/>
            <a:ext cx="47842" cy="4784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0211" y="2151672"/>
            <a:ext cx="40303" cy="4030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6251" y="4024769"/>
            <a:ext cx="20107" cy="201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463" y="3116610"/>
            <a:ext cx="32965" cy="3296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3684" y="3503868"/>
            <a:ext cx="46896" cy="46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5300" y="3022687"/>
            <a:ext cx="26607" cy="2660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5326" y="4273915"/>
            <a:ext cx="53086" cy="530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1539" y="4311471"/>
            <a:ext cx="35024" cy="3502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1360" y="1474977"/>
            <a:ext cx="23733" cy="2373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8412" y="1558622"/>
            <a:ext cx="27675" cy="2767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7329" y="30785"/>
            <a:ext cx="47051" cy="47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8230" y="4148148"/>
            <a:ext cx="35086" cy="3508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2242" y="3153650"/>
            <a:ext cx="49493" cy="494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088" y="1670254"/>
            <a:ext cx="36978" cy="3697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7068" y="133443"/>
            <a:ext cx="19154" cy="1915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372" y="648122"/>
            <a:ext cx="36433" cy="364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5649" y="415842"/>
            <a:ext cx="20495" cy="20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55930" y="4523444"/>
            <a:ext cx="36622" cy="3662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23492" y="1085988"/>
            <a:ext cx="24162" cy="24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2155" y="3705265"/>
            <a:ext cx="50767" cy="5076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0620" y="2199291"/>
            <a:ext cx="47896" cy="4789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6422" y="4644271"/>
            <a:ext cx="43674" cy="4367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4494" y="2315696"/>
            <a:ext cx="42941" cy="4294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0492" y="826285"/>
            <a:ext cx="23326" cy="233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77106" y="211021"/>
            <a:ext cx="27540" cy="275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8" y="2618072"/>
            <a:ext cx="52900" cy="5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48691" y="2682209"/>
            <a:ext cx="50050" cy="5005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9912" y="712745"/>
            <a:ext cx="21229" cy="2122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48682" y="483141"/>
            <a:ext cx="45426" cy="4542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2606" y="2957170"/>
            <a:ext cx="34406" cy="3440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37306" y="2074161"/>
            <a:ext cx="45439" cy="454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76355" y="317780"/>
            <a:ext cx="52149" cy="5214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3974" y="582592"/>
            <a:ext cx="41832" cy="418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57" y="3789325"/>
            <a:ext cx="38022" cy="3802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0815" y="2463809"/>
            <a:ext cx="53715" cy="5371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ООП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Объектно-ориентированный подход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265176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игровые объекты (Player, Bullet, Enemy, Boss) наследуются от turtle.Turtle — это даёт готовые методы отрисовки и перемещения.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" y="2651760"/>
            <a:ext cx="841248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2724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Инкапсуляция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2651760" y="2743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класс хранит свои данные и методы: у Boss — счётчик попаданий и метод hit(), у Bullet — состояние ready/fire.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3867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Полиморфизм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2651760" y="3886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move() реализован по-разному: Enemy движется вниз, Boss — влево/вправо, Player — по инерции с ускорением.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3139" y="1663506"/>
            <a:ext cx="41620" cy="416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51578" y="4774658"/>
            <a:ext cx="26514" cy="2651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92195" y="900284"/>
            <a:ext cx="34213" cy="3421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54930" y="2427316"/>
            <a:ext cx="54607" cy="5460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4788" y="1215844"/>
            <a:ext cx="26990" cy="2699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46209" y="435214"/>
            <a:ext cx="34803" cy="3480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3090" y="2811962"/>
            <a:ext cx="22503" cy="225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9886" y="1625914"/>
            <a:ext cx="38737" cy="3873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0776" y="4376459"/>
            <a:ext cx="46812" cy="4681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1216" y="480552"/>
            <a:ext cx="35601" cy="3560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3316" y="3155305"/>
            <a:ext cx="40599" cy="4059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4300" y="4302354"/>
            <a:ext cx="28950" cy="2895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4846" y="1125865"/>
            <a:ext cx="40772" cy="407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81042" y="793581"/>
            <a:ext cx="50092" cy="50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1913" y="1000513"/>
            <a:ext cx="49804" cy="4980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707" y="4348081"/>
            <a:ext cx="53950" cy="5395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143998"/>
            <a:ext cx="35661" cy="3566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7413" y="2606666"/>
            <a:ext cx="19784" cy="19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4144" y="2222755"/>
            <a:ext cx="50557" cy="5055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47097" y="4667678"/>
            <a:ext cx="28847" cy="2884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19899" y="231191"/>
            <a:ext cx="33631" cy="3363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00588" y="2384555"/>
            <a:ext cx="42896" cy="4289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8668" y="4597347"/>
            <a:ext cx="20041" cy="2004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8815" y="3985552"/>
            <a:ext cx="33490" cy="3349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90541" y="1471308"/>
            <a:ext cx="22301" cy="2230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34747" y="877197"/>
            <a:ext cx="31532" cy="3153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55708" y="2548166"/>
            <a:ext cx="22699" cy="2269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5203" y="461010"/>
            <a:ext cx="34991" cy="3499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9125" y="3561405"/>
            <a:ext cx="48361" cy="483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01652" y="2399349"/>
            <a:ext cx="36630" cy="3663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90381" y="2350163"/>
            <a:ext cx="24302" cy="243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58918" y="276856"/>
            <a:ext cx="23667" cy="2366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2067" y="3465854"/>
            <a:ext cx="19464" cy="19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6015" y="2655912"/>
            <a:ext cx="39932" cy="399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024" y="1345650"/>
            <a:ext cx="29325" cy="2932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2503" y="1031102"/>
            <a:ext cx="53843" cy="538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33407" y="104639"/>
            <a:ext cx="31527" cy="3152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9794" y="2527811"/>
            <a:ext cx="35409" cy="3540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5656" y="2567156"/>
            <a:ext cx="35509" cy="3550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38" y="191849"/>
            <a:ext cx="18673" cy="1867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3348" y="4933852"/>
            <a:ext cx="37590" cy="3759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1517" y="3558046"/>
            <a:ext cx="46960" cy="4696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09398" y="4756558"/>
            <a:ext cx="29882" cy="298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92321" y="1092503"/>
            <a:ext cx="21191" cy="2119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5810" y="3791389"/>
            <a:ext cx="20548" cy="2054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ОСОБЕННОСТИ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Интересные решения</a:t>
            </a:r>
            <a:endParaRPr lang="en-US" sz="3800" dirty="0"/>
          </a:p>
        </p:txBody>
      </p:sp>
      <p:sp>
        <p:nvSpPr>
          <p:cNvPr id="50" name="Shape 48"/>
          <p:cNvSpPr/>
          <p:nvPr/>
        </p:nvSpPr>
        <p:spPr>
          <a:xfrm>
            <a:off x="365760" y="1508760"/>
            <a:ext cx="393192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Звёздный фон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0292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turtle-объектов случайных размеров и оттенков мерцают в игровом окне, создавая эффект космоса.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63440" y="1508760"/>
            <a:ext cx="393192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Плавное управление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0060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Корабль движется по инерции: onkeypress добавляет скорость, onkeyrelease обнуляет — без рывков.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3337560"/>
            <a:ext cx="393192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FF47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 Цветные враги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0292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враг получает случайный цвет (красный / зелёный / жёлтый), добавляя визуальное разнообразие.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63440" y="3337560"/>
            <a:ext cx="393192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Мигание босса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0060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попадании Boss.color() переключается на красный, а через 100 мс возвращается фиолетовый через ontimer.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0619" y="3774497"/>
            <a:ext cx="22025" cy="2202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24975" y="4741132"/>
            <a:ext cx="34510" cy="345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92391" y="2729854"/>
            <a:ext cx="23743" cy="2374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73866" y="1570666"/>
            <a:ext cx="30407" cy="304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62885" y="1950914"/>
            <a:ext cx="24351" cy="2435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3545" y="859544"/>
            <a:ext cx="42031" cy="4203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4514" y="3748516"/>
            <a:ext cx="25542" cy="2554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925" y="4937046"/>
            <a:ext cx="44290" cy="4429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03566" y="2947003"/>
            <a:ext cx="25728" cy="25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9710" y="4592014"/>
            <a:ext cx="51281" cy="5128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6188" y="217260"/>
            <a:ext cx="45917" cy="4591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75208" y="4405501"/>
            <a:ext cx="47762" cy="4776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9146" y="3497200"/>
            <a:ext cx="54274" cy="542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925" y="4012729"/>
            <a:ext cx="24805" cy="2480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153" y="3822518"/>
            <a:ext cx="42865" cy="4286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6868" y="1675802"/>
            <a:ext cx="37243" cy="37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7722" y="3604095"/>
            <a:ext cx="34618" cy="3461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12" y="143929"/>
            <a:ext cx="19812" cy="198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0021" y="233435"/>
            <a:ext cx="28609" cy="2860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09785" y="3336279"/>
            <a:ext cx="33451" cy="334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8721" y="4088086"/>
            <a:ext cx="34040" cy="340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7914" y="2431414"/>
            <a:ext cx="36033" cy="3603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3854" y="1960920"/>
            <a:ext cx="27813" cy="2781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13366" y="1733792"/>
            <a:ext cx="54506" cy="5450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7275" y="2563391"/>
            <a:ext cx="49848" cy="498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5717" y="4427350"/>
            <a:ext cx="40299" cy="4029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955" y="3147927"/>
            <a:ext cx="30142" cy="3014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5204" y="1109676"/>
            <a:ext cx="51862" cy="5186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9852" y="1678766"/>
            <a:ext cx="40176" cy="4017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6173" y="4914577"/>
            <a:ext cx="31308" cy="3130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9123" y="2307093"/>
            <a:ext cx="28751" cy="2875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0810" y="1088187"/>
            <a:ext cx="42639" cy="4263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4821" y="3864973"/>
            <a:ext cx="45420" cy="4542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7015" y="4741422"/>
            <a:ext cx="51609" cy="5160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20619" y="3338046"/>
            <a:ext cx="26580" cy="265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84182" y="2060265"/>
            <a:ext cx="24024" cy="240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6771" y="4519807"/>
            <a:ext cx="32129" cy="3212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28" y="3012768"/>
            <a:ext cx="51893" cy="518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03185" y="875748"/>
            <a:ext cx="35218" cy="3521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89778" y="3783147"/>
            <a:ext cx="25816" cy="258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СЛОЖНОСТИ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сложно?</a:t>
            </a:r>
            <a:endParaRPr lang="en-US" sz="3800" dirty="0"/>
          </a:p>
        </p:txBody>
      </p:sp>
      <p:sp>
        <p:nvSpPr>
          <p:cNvPr id="45" name="Shape 43"/>
          <p:cNvSpPr/>
          <p:nvPr/>
        </p:nvSpPr>
        <p:spPr>
          <a:xfrm>
            <a:off x="365760" y="1508760"/>
            <a:ext cx="3931920" cy="731520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Плавное движение корабля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1874520"/>
            <a:ext cx="32004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1508760"/>
            <a:ext cx="4114800" cy="731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Использовал velocity_x + onkeypress/onkeyrelease вместо прямого goto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2377440"/>
            <a:ext cx="3931920" cy="731520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423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Одновременный вывод снаряда и врагов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343400" y="2743200"/>
            <a:ext cx="32004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2377440"/>
            <a:ext cx="4114800" cy="731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2423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Разделил состояния bullet.state = 'ready' / 'fire' + hideturtle()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65760" y="3246120"/>
            <a:ext cx="3931920" cy="731520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291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Логика уровней с боссами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43400" y="3611880"/>
            <a:ext cx="32004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3246120"/>
            <a:ext cx="4114800" cy="731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2918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Флаг boss_active разделяет обработку обычных врагов и босса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65760" y="4114800"/>
            <a:ext cx="3931920" cy="731520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160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Сохранение рекорда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343400" y="4480560"/>
            <a:ext cx="32004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4114800"/>
            <a:ext cx="4114800" cy="731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41605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Модуль pickle — сериализация числа в .pkl файл с проверкой существования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42127" y="295563"/>
            <a:ext cx="42252" cy="422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76786" y="2000023"/>
            <a:ext cx="20008" cy="2000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15024" y="194672"/>
            <a:ext cx="23523" cy="2352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118" y="2204585"/>
            <a:ext cx="18881" cy="1888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59324" y="2892250"/>
            <a:ext cx="39597" cy="3959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36898" y="865191"/>
            <a:ext cx="49836" cy="498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473" y="2291423"/>
            <a:ext cx="36845" cy="3684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42236" y="4813608"/>
            <a:ext cx="18663" cy="1866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7643" y="4092180"/>
            <a:ext cx="31472" cy="3147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3287" y="565455"/>
            <a:ext cx="44376" cy="443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7804" y="479144"/>
            <a:ext cx="40789" cy="4078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9897" y="4543244"/>
            <a:ext cx="33853" cy="3385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0486" y="2462491"/>
            <a:ext cx="35888" cy="35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5706" y="1112722"/>
            <a:ext cx="41702" cy="4170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0495" y="1596005"/>
            <a:ext cx="20927" cy="209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35809" y="164612"/>
            <a:ext cx="23538" cy="2353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4663" y="1944209"/>
            <a:ext cx="35829" cy="358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4104" y="2490042"/>
            <a:ext cx="49296" cy="4929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7010" y="4420320"/>
            <a:ext cx="24791" cy="247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8515" y="2265199"/>
            <a:ext cx="24196" cy="2419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3639" y="3185776"/>
            <a:ext cx="48644" cy="4864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862" y="4333212"/>
            <a:ext cx="39424" cy="3942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8208" y="4905772"/>
            <a:ext cx="44094" cy="440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0667" y="1449466"/>
            <a:ext cx="26808" cy="26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9054" y="1358172"/>
            <a:ext cx="23001" cy="2300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8497" y="422700"/>
            <a:ext cx="45870" cy="4587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4856" y="3645224"/>
            <a:ext cx="18743" cy="1874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6430" y="12607"/>
            <a:ext cx="32403" cy="324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1180" y="422323"/>
            <a:ext cx="50673" cy="5067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7687" y="1816410"/>
            <a:ext cx="49184" cy="4918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6260" y="1479696"/>
            <a:ext cx="21451" cy="2145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2692" y="552401"/>
            <a:ext cx="21711" cy="217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4235" y="2670107"/>
            <a:ext cx="25242" cy="252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0880" y="1009401"/>
            <a:ext cx="29846" cy="2984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83655" y="2300505"/>
            <a:ext cx="39606" cy="396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2546" y="930563"/>
            <a:ext cx="27292" cy="272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8131" y="3352066"/>
            <a:ext cx="31680" cy="316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47133" y="516110"/>
            <a:ext cx="22691" cy="226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94245" y="915461"/>
            <a:ext cx="47831" cy="4783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236" y="3779220"/>
            <a:ext cx="42234" cy="4223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2099" y="2906996"/>
            <a:ext cx="54135" cy="5413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4583" y="1406431"/>
            <a:ext cx="30067" cy="30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252" y="3724876"/>
            <a:ext cx="18897" cy="188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6050" y="2867804"/>
            <a:ext cx="21867" cy="218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46865" y="2252470"/>
            <a:ext cx="18317" cy="1831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94261" y="1977264"/>
            <a:ext cx="27956" cy="279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42896" y="2106047"/>
            <a:ext cx="29835" cy="2983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33767" y="616449"/>
            <a:ext cx="54256" cy="5425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54116" y="1588618"/>
            <a:ext cx="45587" cy="4558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6481" y="2086921"/>
            <a:ext cx="46008" cy="4600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РЕЗУЛЬТАТЫ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получилось?</a:t>
            </a:r>
            <a:endParaRPr lang="en-US" sz="3800" dirty="0"/>
          </a:p>
        </p:txBody>
      </p:sp>
      <p:sp>
        <p:nvSpPr>
          <p:cNvPr id="55" name="Shape 53"/>
          <p:cNvSpPr/>
          <p:nvPr/>
        </p:nvSpPr>
        <p:spPr>
          <a:xfrm>
            <a:off x="365760" y="1463040"/>
            <a:ext cx="192024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~300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3657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14600" y="1463040"/>
            <a:ext cx="192024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251460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игровых класса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63440" y="1463040"/>
            <a:ext cx="192024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∞</a:t>
            </a:r>
            <a:endParaRPr lang="en-US" sz="3600" dirty="0"/>
          </a:p>
        </p:txBody>
      </p:sp>
      <p:sp>
        <p:nvSpPr>
          <p:cNvPr id="63" name="Text 61"/>
          <p:cNvSpPr/>
          <p:nvPr/>
        </p:nvSpPr>
        <p:spPr>
          <a:xfrm>
            <a:off x="46634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812280" y="1463040"/>
            <a:ext cx="192024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1228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FB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600" dirty="0"/>
          </a:p>
        </p:txBody>
      </p:sp>
      <p:sp>
        <p:nvSpPr>
          <p:cNvPr id="66" name="Text 64"/>
          <p:cNvSpPr/>
          <p:nvPr/>
        </p:nvSpPr>
        <p:spPr>
          <a:xfrm>
            <a:off x="681228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каждые 5 ур.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32004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полноценная игровая петля (game loop)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ООП: наследование, инкапсуляция, полиморфизм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прогрессии — сложность растёт с каждым уровнем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Боссы с уникальным поведением и системой здоровья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Постоянное хранение рекорда между запусками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53474" y="3164871"/>
            <a:ext cx="38411" cy="3841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78945" y="1273373"/>
            <a:ext cx="45467" cy="454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5934" y="31635"/>
            <a:ext cx="41248" cy="412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05896" y="3006004"/>
            <a:ext cx="20705" cy="207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37441" y="1229661"/>
            <a:ext cx="30387" cy="3038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3633" y="4812812"/>
            <a:ext cx="41902" cy="419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9573" y="2937730"/>
            <a:ext cx="40520" cy="405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05237" y="1956707"/>
            <a:ext cx="29180" cy="291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2406" y="722497"/>
            <a:ext cx="21030" cy="2103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4174" y="1871514"/>
            <a:ext cx="23141" cy="2314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2412" y="2853992"/>
            <a:ext cx="19140" cy="191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2400" y="3222802"/>
            <a:ext cx="40095" cy="4009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587" y="5004540"/>
            <a:ext cx="53182" cy="5318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6156" y="1663032"/>
            <a:ext cx="53278" cy="5327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794" y="4341962"/>
            <a:ext cx="51957" cy="5195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19" y="3454959"/>
            <a:ext cx="36901" cy="3690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478" y="2707370"/>
            <a:ext cx="19674" cy="1967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3424" y="4919904"/>
            <a:ext cx="42719" cy="4271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765" y="2233235"/>
            <a:ext cx="24409" cy="2440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37303" y="2594120"/>
            <a:ext cx="44422" cy="4442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1846" y="2231630"/>
            <a:ext cx="53669" cy="5366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1481" y="3741279"/>
            <a:ext cx="27190" cy="2719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6461" y="807658"/>
            <a:ext cx="24329" cy="2432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7076" y="4456110"/>
            <a:ext cx="22098" cy="2209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2460" y="4012086"/>
            <a:ext cx="44765" cy="4476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2008" y="4593044"/>
            <a:ext cx="40949" cy="4094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62126" y="4607279"/>
            <a:ext cx="50514" cy="5051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7470" y="4500248"/>
            <a:ext cx="40085" cy="400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3102" y="2327135"/>
            <a:ext cx="46132" cy="4613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2931" y="15544"/>
            <a:ext cx="40573" cy="405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5017" y="2103250"/>
            <a:ext cx="29666" cy="296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59426" y="3068017"/>
            <a:ext cx="53035" cy="530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3871" y="2763344"/>
            <a:ext cx="27208" cy="2720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35695" y="2572070"/>
            <a:ext cx="39101" cy="391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1219" y="2634525"/>
            <a:ext cx="50675" cy="5067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44816" y="1898622"/>
            <a:ext cx="43820" cy="438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36709" y="3245366"/>
            <a:ext cx="37231" cy="3723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9610" y="472950"/>
            <a:ext cx="33587" cy="3358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8255" y="2329122"/>
            <a:ext cx="26498" cy="2649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0014" y="3040087"/>
            <a:ext cx="53840" cy="5384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34866" y="3866234"/>
            <a:ext cx="41479" cy="4147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171" y="685111"/>
            <a:ext cx="28239" cy="28239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34645" y="2502425"/>
            <a:ext cx="35899" cy="3589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92032" y="4280526"/>
            <a:ext cx="45328" cy="45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88669" y="424991"/>
            <a:ext cx="42874" cy="4287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49287" y="1877525"/>
            <a:ext cx="47435" cy="4743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8843" y="3417410"/>
            <a:ext cx="45559" cy="4555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521" y="1641706"/>
            <a:ext cx="49755" cy="4975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51628" y="4238569"/>
            <a:ext cx="48215" cy="482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89548" y="784171"/>
            <a:ext cx="47883" cy="4788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60240" y="1645708"/>
            <a:ext cx="44413" cy="4441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49786" y="34641"/>
            <a:ext cx="21235" cy="2123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41597" y="709960"/>
            <a:ext cx="30758" cy="3075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3905" y="58230"/>
            <a:ext cx="47873" cy="47873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51757" y="2098494"/>
            <a:ext cx="46511" cy="46511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5008" y="2552748"/>
            <a:ext cx="36781" cy="36781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39264" y="4034367"/>
            <a:ext cx="32770" cy="3277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37516" y="4430921"/>
            <a:ext cx="37457" cy="3745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59601" y="4217979"/>
            <a:ext cx="53889" cy="5388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6952" y="2923120"/>
            <a:ext cx="25373" cy="2537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52936" y="1279078"/>
            <a:ext cx="49087" cy="4908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3699" y="4545349"/>
            <a:ext cx="47680" cy="476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67122" y="2298239"/>
            <a:ext cx="31097" cy="310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33828" y="4176962"/>
            <a:ext cx="28549" cy="28549"/>
          </a:xfrm>
          <a:prstGeom prst="ellipse">
            <a:avLst/>
          </a:prstGeom>
          <a:solidFill>
            <a:srgbClr val="6B728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7784" y="419650"/>
            <a:ext cx="37676" cy="37676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80012" y="2826369"/>
            <a:ext cx="33768" cy="3376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07322" y="3760985"/>
            <a:ext cx="50707" cy="5070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99102" y="1431795"/>
            <a:ext cx="52969" cy="5296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08327" y="1552220"/>
            <a:ext cx="34338" cy="343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34273" y="2126464"/>
            <a:ext cx="39182" cy="391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308" y="1489508"/>
            <a:ext cx="28870" cy="2887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94397" y="2167538"/>
            <a:ext cx="27257" cy="2725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45303" y="1570477"/>
            <a:ext cx="21727" cy="217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75804" y="4113178"/>
            <a:ext cx="35960" cy="359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04145" y="1572573"/>
            <a:ext cx="31771" cy="3177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963" y="4613973"/>
            <a:ext cx="34363" cy="34363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15086" y="4877262"/>
            <a:ext cx="18910" cy="1891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9014" y="4593000"/>
            <a:ext cx="42698" cy="4269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47460" y="1434335"/>
            <a:ext cx="36878" cy="36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51270" y="3731446"/>
            <a:ext cx="21236" cy="212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00584" y="1545978"/>
            <a:ext cx="53995" cy="539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99276" y="349514"/>
            <a:ext cx="41007" cy="4100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73754" y="661617"/>
            <a:ext cx="49196" cy="4919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61049" y="4081494"/>
            <a:ext cx="46232" cy="4623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433463" y="3046982"/>
            <a:ext cx="52061" cy="52061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583443" y="133555"/>
            <a:ext cx="51968" cy="51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93209" y="2523333"/>
            <a:ext cx="32019" cy="32019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80155" y="4371982"/>
            <a:ext cx="47192" cy="47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25706" y="712675"/>
            <a:ext cx="39083" cy="3908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25213" y="4015355"/>
            <a:ext cx="35823" cy="35823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0" y="182880"/>
            <a:ext cx="6400800" cy="4754880"/>
          </a:xfrm>
          <a:prstGeom prst="ellipse">
            <a:avLst/>
          </a:prstGeom>
          <a:solidFill>
            <a:srgbClr val="7B2FBE">
              <a:alpha val="1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94" name="Text 92"/>
          <p:cNvSpPr/>
          <p:nvPr/>
        </p:nvSpPr>
        <p:spPr>
          <a:xfrm>
            <a:off x="3931920" y="19202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🚀</a:t>
            </a:r>
            <a:endParaRPr lang="en-US" sz="5200" dirty="0"/>
          </a:p>
        </p:txBody>
      </p:sp>
      <p:sp>
        <p:nvSpPr>
          <p:cNvPr id="95" name="Text 93"/>
          <p:cNvSpPr/>
          <p:nvPr/>
        </p:nvSpPr>
        <p:spPr>
          <a:xfrm>
            <a:off x="914400" y="3063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Cosmic Game</a:t>
            </a:r>
            <a:endParaRPr lang="en-US" sz="2800" dirty="0"/>
          </a:p>
        </p:txBody>
      </p:sp>
      <p:sp>
        <p:nvSpPr>
          <p:cNvPr id="96" name="Text 9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Матвиец Егор  ·  9И класс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Turtle Graphics  ·  ООП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Game</dc:title>
  <dc:subject>PptxGenJS Presentation</dc:subject>
  <dc:creator>Матвиец Егор</dc:creator>
  <cp:lastModifiedBy>Матвиец Егор</cp:lastModifiedBy>
  <cp:revision>1</cp:revision>
  <dcterms:created xsi:type="dcterms:W3CDTF">2026-04-05T13:20:52Z</dcterms:created>
  <dcterms:modified xsi:type="dcterms:W3CDTF">2026-04-05T13:20:52Z</dcterms:modified>
</cp:coreProperties>
</file>